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381A4-7ACB-43D3-9DCF-5B0CB84EE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C0F16-EB8D-675D-59CF-459C23323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33E3A-4D96-2D16-50C6-7AC2D2B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9A888-007B-5F31-BF6B-78C5A653A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409D4-6B6E-7F32-37C2-30FDA2F1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5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44E7-6F6F-5DB7-6DA4-83959C6A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0EE3B-3626-3C18-DA2E-4CB9A12F6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39F76-3428-23EB-A669-43D285512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BC503-3DD7-8F11-8E87-6AF15D7C2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872E5-89E3-55B7-0589-4D780452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5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B9106-1630-3D4D-7523-57B6096B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002B1-1499-2685-8743-E7CAA6767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DEC45-DF77-6597-70B9-7EAF0462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E147D-2411-BBA3-70A0-D2DA0265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BA575-5C26-1F1A-2BAE-60299F249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93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D5E94-E8A7-B717-AD6E-B71EF8A9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8FF53-2E65-10F7-3398-582F6C1A1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E1CBA-6B8D-BE97-5099-5075EC8D1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6DE09-9A4D-9475-672A-DAF36346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AA241-2554-4BE5-FBF7-8FF0FE96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1D697-7FD1-F4ED-F236-1E120C5C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52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C67C-0F6B-26E6-C3B1-3AF7A4AB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2D500-B394-1949-A629-C72487E7A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6FD8B-0612-57D2-549C-A32228EC3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1E90A-6134-F657-6703-65D3CE035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96AF1-5BA7-AEA0-0BC5-93FBB971F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6DFA4-EDEB-68C2-75DB-2A40D72E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4CFFA-83D4-1B99-26FA-10B72831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2FA939-B666-36B1-0965-4559A595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00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82F6-7763-FE24-1C34-4E57CCB9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775D8A-55E3-1B57-391A-2721A6A0B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1D20E-18FF-3326-7962-CA7C57E6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596BB-539B-A25D-6DFB-A4594EC4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0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782AFB-514F-F925-6BA8-C62AEE18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E9D99F-904D-C9FE-7B63-DE50D349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DA3A8-DBCC-0D0A-FBAE-AB90C9FF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00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C36D-14AF-E970-0339-BB2112CC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E8133-B295-4FFF-971D-C0123AC2C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8027F-0B38-F8A0-3FEE-754A313AD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3B53E-7B88-409A-1161-43D8C3A5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B9E60-DCE7-DA7D-0795-7D348598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E4DBD-88D7-CE92-9E02-9056A989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0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D64F-BC19-77BB-CD5E-89BDE82B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FC8996-3A5E-3A95-927B-0E71A3DFD0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DD9C6-5355-2DB4-0D7E-62E05C000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0D4C5-6518-E8C3-FE11-BFAEEF4F7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34221-839D-5B99-73EC-9A419D3A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2ED9D-B8E3-3942-EBA1-531DEA02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0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AFA9F-E143-BA6F-0CD1-D9BE17BC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F082F-4078-E8DC-ACC0-C19CEA3B2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A0359-353A-40C8-F13F-7188AD68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70113-A82A-73C2-3C48-A2DC60AC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A9DC9-BF2E-736C-ED6D-4FA383225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7CF650-12C5-BE7F-71FF-FEA81A042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92F8D-3D68-1E69-5CA6-51419717E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31C61-40A8-E1B1-40F9-513F36948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1D00-F670-F275-A9FA-102A9851E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29E49-54D2-D8CC-4E76-1A8BFCDF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5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66515-C6D5-8498-E391-C8CD4220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6CDB1-94B4-0D02-806D-45FFF9E55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BA233-18CC-A777-FBDF-C24D56DAD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6F922-CEE3-4C9C-9221-9841EF9D4CB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AD8DE-CF59-5199-9BFC-5D9A4CCCB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E595F-3D3F-964D-265D-AF686A6C6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073CE-3F8C-4CC0-9FA1-8345B786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7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E82F29-1DF2-A312-0EA9-97B68189D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27" y="500063"/>
            <a:ext cx="12207098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968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Harris</dc:creator>
  <cp:lastModifiedBy>Tim Harris</cp:lastModifiedBy>
  <cp:revision>1</cp:revision>
  <dcterms:created xsi:type="dcterms:W3CDTF">2026-05-16T21:15:49Z</dcterms:created>
  <dcterms:modified xsi:type="dcterms:W3CDTF">2026-05-16T21:16:07Z</dcterms:modified>
</cp:coreProperties>
</file>